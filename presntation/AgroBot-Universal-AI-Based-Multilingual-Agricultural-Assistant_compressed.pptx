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Platypi Medium"/>
      <p:regular r:id="rId16"/>
    </p:embeddedFont>
    <p:embeddedFont>
      <p:font typeface="Platypi Medium"/>
      <p:regular r:id="rId17"/>
    </p:embeddedFont>
    <p:embeddedFont>
      <p:font typeface="Platypi Medium"/>
      <p:regular r:id="rId18"/>
    </p:embeddedFont>
    <p:embeddedFont>
      <p:font typeface="Platypi Medium"/>
      <p:regular r:id="rId19"/>
    </p:embeddedFont>
    <p:embeddedFont>
      <p:font typeface="Source Serif 4"/>
      <p:regular r:id="rId20"/>
    </p:embeddedFont>
    <p:embeddedFont>
      <p:font typeface="Source Serif 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AgroBot: Universal AI-Based Multilingual Agricultural Assistant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revolutionary AI-powered solution bringing expert agricultural guidance to farmers worldwide through real-time crop disease diagnosis and multilingual support.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048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4457819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806291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</a:t>
            </a:r>
            <a:endParaRPr lang="en-US" sz="4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78" y="2456021"/>
            <a:ext cx="7879080" cy="42980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944100" y="2017038"/>
            <a:ext cx="3900011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AgroBot bridges the gap between traditional farming practices and modern AI technology, delivering expert agricultural insights directly to farmers' fingertips.</a:t>
            </a:r>
            <a:endParaRPr lang="en-US" sz="1650" dirty="0"/>
          </a:p>
        </p:txBody>
      </p:sp>
      <p:sp>
        <p:nvSpPr>
          <p:cNvPr id="7" name="Shape 3"/>
          <p:cNvSpPr/>
          <p:nvPr/>
        </p:nvSpPr>
        <p:spPr>
          <a:xfrm>
            <a:off x="9620964" y="2017038"/>
            <a:ext cx="30480" cy="1680567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8" name="Text 4"/>
          <p:cNvSpPr/>
          <p:nvPr/>
        </p:nvSpPr>
        <p:spPr>
          <a:xfrm>
            <a:off x="9620964" y="3927872"/>
            <a:ext cx="422314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 Benefits: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620964" y="4448175"/>
            <a:ext cx="4223147" cy="2903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Reduced crop losses through early disease detection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dependency on manual diagnosis and external consultants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Improved productivity through data-driven decision-making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Scalable solution for small and large farming operations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63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Sample Output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30485"/>
            <a:ext cx="6199942" cy="279951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7157" y="2930485"/>
            <a:ext cx="5153978" cy="22134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7157" y="5399127"/>
            <a:ext cx="51569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93790" y="62403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2026-04-16T20:09:12Z</dcterms:created>
  <dcterms:modified xsi:type="dcterms:W3CDTF">2026-04-16T20:09:12Z</dcterms:modified>
</cp:coreProperties>
</file>